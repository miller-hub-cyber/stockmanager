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projeto como estudo de caso real: empresa de logistica que controla material de uso proprio.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com numeros reais se houver: quantidade de veiculos, itens em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especificos sao o que sera avaliado. Ler cada um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diferenca entre estoque proprio e WMS. E o ponto que mais gera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normalizacao: item nao guarda quantidade. Saldo e derivado. Esse e o ponto tecnico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cada escolha. A pergunta classica da banca e por que nao usar planilha ou por que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a escolha: PWA elimina publicacao em loja e mantem uma base de codigo unica.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houver pergunta tecnica, ela vem daqui. Saber explicar a formula do custo 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convidando perguntas. Ter em maos o modelo do banco caso peçam detalhe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280160"/>
            <a:ext cx="4572000" cy="4572000"/>
          </a:xfrm>
          <a:prstGeom prst="ellipse">
            <a:avLst/>
          </a:prstGeom>
          <a:solidFill>
            <a:srgbClr val="B0573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657600"/>
            <a:ext cx="2926080" cy="2926080"/>
          </a:xfrm>
          <a:prstGeom prst="ellipse">
            <a:avLst/>
          </a:prstGeom>
          <a:solidFill>
            <a:srgbClr val="9A7B3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SISTEMA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8503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Controle de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Estoque Operacional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de banco de dados relacional à gestão de materiais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empresa de logística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5029200"/>
            <a:ext cx="2743200" cy="0"/>
          </a:xfrm>
          <a:prstGeom prst="line">
            <a:avLst/>
          </a:prstGeom>
          <a:noFill/>
          <a:ln w="28575">
            <a:solidFill>
              <a:srgbClr val="B057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230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da Amazônia (UNAMA)  ·  Ciência da Computação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motivou o projeto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de logística consome diariamente peças de frota, lubrificantes, EPI e insumos de operação. Sem registro formal, o controle é feito por memória ou planilha isolada.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27248"/>
            <a:ext cx="402336" cy="402336"/>
          </a:xfrm>
          <a:prstGeom prst="ellipse">
            <a:avLst/>
          </a:prstGeom>
          <a:solidFill>
            <a:srgbClr val="B057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81912" y="30723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 desatualizado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844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quantidade registrada não corresponde ao que existe fisicamente.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8346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127248"/>
            <a:ext cx="402336" cy="402336"/>
          </a:xfrm>
          <a:prstGeom prst="ellipse">
            <a:avLst/>
          </a:prstGeom>
          <a:solidFill>
            <a:srgbClr val="6B7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59752" y="30723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sem responsável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5844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identifica quem retirou o material nem para qual veículo foi.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818888"/>
            <a:ext cx="402336" cy="402336"/>
          </a:xfrm>
          <a:prstGeom prst="ellipse">
            <a:avLst/>
          </a:prstGeom>
          <a:solidFill>
            <a:srgbClr val="9A7B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81912" y="47640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 emergencial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2760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falta é descoberta apenas no momento do uso, gerando urgência.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52628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818888"/>
            <a:ext cx="402336" cy="402336"/>
          </a:xfrm>
          <a:prstGeom prst="ellipse">
            <a:avLst/>
          </a:prstGeom>
          <a:solidFill>
            <a:srgbClr val="B057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59752" y="47640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de histórico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52760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registro auditável das movimentações realizadas.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sistema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e objetivos específicos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22494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aplicação web para controle de estoque de materiais de uso interno, garantindo saldo confiável, rastreabilidade das movimentações e apoio à decisão de compra.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03320"/>
            <a:ext cx="365760" cy="365760"/>
          </a:xfrm>
          <a:prstGeom prst="ellipse">
            <a:avLst/>
          </a:prstGeom>
          <a:solidFill>
            <a:srgbClr val="B057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 o banco relacional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entidades, relacionamentos e restrições de integridade.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342900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703320"/>
            <a:ext cx="365760" cy="365760"/>
          </a:xfrm>
          <a:prstGeom prst="ellipse">
            <a:avLst/>
          </a:prstGeom>
          <a:solidFill>
            <a:srgbClr val="6B7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Automatizar o cálculo de saldo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o estoque por gatilhos no banco, sem edição manual.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42900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703320"/>
            <a:ext cx="365760" cy="365760"/>
          </a:xfrm>
          <a:prstGeom prst="ellipse">
            <a:avLst/>
          </a:prstGeom>
          <a:solidFill>
            <a:srgbClr val="9A7B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Vincular consumo a centro de custo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veículo, setor ou funcionário em cada saída.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342900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3703320"/>
            <a:ext cx="365760" cy="365760"/>
          </a:xfrm>
          <a:prstGeom prst="ellipse">
            <a:avLst/>
          </a:prstGeom>
          <a:solidFill>
            <a:srgbClr val="B057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 relatórios gerenciais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8972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veículo, curva de consumo e lista de reposição.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e funcionalidades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Delimitação do que o sistema controla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B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CONTROLA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itens, categorias e fornecedores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com nota fiscal e custo unitário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com destino de custo obrigatório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por item e por depósito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reposição e alerta de compra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movimentações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 de usuário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DELIMITAÇÃO (FORA DO ESCOPO)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29400" y="24688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Armazenagem de mercadoria de terceiros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Expedição, romaneio e carga em trânsito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Endereçamento físico de armazém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documentos fiscais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financeiro e contas a pagar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e rastreamento de frota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delimitação evita a confusão entre controle de estoque interno e sistema de gestão de armazém (WMS).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 banco de dados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principais e relacionamentos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417320" y="18745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6D7BF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8745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6D7BF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75320" y="18745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6D7BF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2157984"/>
            <a:ext cx="960120" cy="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157984"/>
            <a:ext cx="960120" cy="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441448"/>
            <a:ext cx="0" cy="713232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15468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B05730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840480"/>
            <a:ext cx="0" cy="50292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4343400"/>
            <a:ext cx="6766560" cy="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4343400"/>
            <a:ext cx="0" cy="45720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4343400"/>
            <a:ext cx="0" cy="45720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64040" y="4343400"/>
            <a:ext cx="0" cy="457200"/>
          </a:xfrm>
          <a:prstGeom prst="line">
            <a:avLst/>
          </a:prstGeom>
          <a:noFill/>
          <a:ln w="19050">
            <a:solidFill>
              <a:srgbClr val="9A7B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8006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DE0CC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8006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DE0CC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CUSTO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DE0CC"/>
          </a:solidFill>
          <a:ln w="12700">
            <a:solidFill>
              <a:srgbClr val="9A7B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5532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de custo: obrigatório em toda saída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não é um campo editável: resulta das movimentações, calculadas por gatilho no banco.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e arquitetura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técnicas e justificativa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5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e React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20574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no servidor e componentes reutilizáveis, com acesso pelo navegador em computador e celular.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com chaves estrangeiras, restrições de integridade e gatilhos para o cálculo de saldo.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44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Auth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49040" y="46177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 e isolamento de dados por política de segurança em nível de linha.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71500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crítica implementada no banco, não na interface: a validação de saldo insuficiente e o cálculo do custo médio ponderado ocorrem por gatilho, garantindo consistência independente da tela usada.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acesso: PWA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instalável, sem loja de aplicativos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84248"/>
            <a:ext cx="164592" cy="164592"/>
          </a:xfrm>
          <a:prstGeom prst="ellipse">
            <a:avLst/>
          </a:prstGeom>
          <a:solidFill>
            <a:srgbClr val="B057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783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1783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responsiva instalável no celular (Progressive Web App)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42616"/>
            <a:ext cx="164592" cy="164592"/>
          </a:xfrm>
          <a:prstGeom prst="ellipse">
            <a:avLst/>
          </a:prstGeom>
          <a:solidFill>
            <a:srgbClr val="6B7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4414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 nas telas de operação, desktop nas telas de gestão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99816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300984"/>
            <a:ext cx="164592" cy="164592"/>
          </a:xfrm>
          <a:prstGeom prst="ellipse">
            <a:avLst/>
          </a:prstGeom>
          <a:solidFill>
            <a:srgbClr val="9A7B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0998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item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30998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do celular usada como leitor de código de barras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58184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959352"/>
            <a:ext cx="164592" cy="164592"/>
          </a:xfrm>
          <a:prstGeom prst="ellipse">
            <a:avLst/>
          </a:prstGeom>
          <a:solidFill>
            <a:srgbClr val="B057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7581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375818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à tela inicial, com ícone próprio e tela cheia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416552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617720"/>
            <a:ext cx="164592" cy="164592"/>
          </a:xfrm>
          <a:prstGeom prst="ellipse">
            <a:avLst/>
          </a:prstGeom>
          <a:solidFill>
            <a:srgbClr val="6B7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4165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44165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no servidor, sem exigir ação do usuário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07492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E6D7BF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276088"/>
            <a:ext cx="164592" cy="164592"/>
          </a:xfrm>
          <a:prstGeom prst="ellipse">
            <a:avLst/>
          </a:prstGeom>
          <a:solidFill>
            <a:srgbClr val="9A7B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5074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nativo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94760" y="5074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exigiria duas bases de código e publicação em loja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base de código atende celular e computador, reduzindo custo de manutenção e tempo de correção.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negócio e integridade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52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garante a confiabilidade do dado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58568"/>
            <a:ext cx="256032" cy="256032"/>
          </a:xfrm>
          <a:prstGeom prst="ellipse">
            <a:avLst/>
          </a:prstGeom>
          <a:solidFill>
            <a:srgbClr val="B057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 derivado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é resultado das movimentações registradas, nunca um campo digitado.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96596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2258568"/>
            <a:ext cx="256032" cy="256032"/>
          </a:xfrm>
          <a:prstGeom prst="ellipse">
            <a:avLst/>
          </a:prstGeom>
          <a:solidFill>
            <a:srgbClr val="6B7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 não negativo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90872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é bloqueada quando a quantidade solicitada excede o disponível.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196596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2258568"/>
            <a:ext cx="256032" cy="256032"/>
          </a:xfrm>
          <a:prstGeom prst="ellipse">
            <a:avLst/>
          </a:prstGeom>
          <a:solidFill>
            <a:srgbClr val="9A7B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9096" y="2203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Movimentação imutável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75904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exclusão nem alteração. A correção é feita por estorno registrado.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270248"/>
            <a:ext cx="256032" cy="256032"/>
          </a:xfrm>
          <a:prstGeom prst="ellipse">
            <a:avLst/>
          </a:prstGeom>
          <a:solidFill>
            <a:srgbClr val="B057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4215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 obrigatório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saída exige vínculo com veículo, setor ou funcionário.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0832" y="397764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4270248"/>
            <a:ext cx="256032" cy="256032"/>
          </a:xfrm>
          <a:prstGeom prst="ellipse">
            <a:avLst/>
          </a:prstGeom>
          <a:solidFill>
            <a:srgbClr val="6B7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4215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médio ponderado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90872" y="4754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Recalculado a cada entrada e aplicado na valorização da saída.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55864" y="3977640"/>
            <a:ext cx="3410712" cy="1737360"/>
          </a:xfrm>
          <a:prstGeom prst="roundRect">
            <a:avLst>
              <a:gd name="adj" fmla="val 4211"/>
            </a:avLst>
          </a:prstGeom>
          <a:solidFill>
            <a:srgbClr val="EDE0CC"/>
          </a:solidFill>
          <a:ln w="12700">
            <a:solidFill>
              <a:srgbClr val="E6D7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4270248"/>
            <a:ext cx="256032" cy="256032"/>
          </a:xfrm>
          <a:prstGeom prst="ellipse">
            <a:avLst/>
          </a:prstGeom>
          <a:solidFill>
            <a:srgbClr val="9A7B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9096" y="4215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reposição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75904" y="47548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5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pelo consumo médio diário e pelo prazo de entrega do fornecedor.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5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= (saldo × custo atual + quantidade recebida × custo da compra) ÷ saldo total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286000"/>
            <a:ext cx="4937760" cy="4937760"/>
          </a:xfrm>
          <a:prstGeom prst="ellipse">
            <a:avLst/>
          </a:prstGeom>
          <a:solidFill>
            <a:srgbClr val="B05730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 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etapas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310896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3F3327"/>
          </a:solidFill>
          <a:ln w="12700">
            <a:solidFill>
              <a:srgbClr val="4E4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200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80360" y="32004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confiável e rastreabilidade completa das movimentações de material.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02336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3F3327"/>
          </a:solidFill>
          <a:ln w="12700">
            <a:solidFill>
              <a:srgbClr val="4E4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114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0360" y="4114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compras emergenciais e visibilidade do custo de manutenção por veículo.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3F3327"/>
          </a:solidFill>
          <a:ln w="12700">
            <a:solidFill>
              <a:srgbClr val="4E4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5029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6D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em campo, contagem física inicial e implantação assistida.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D7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2026-08-25T22:11:53Z</dcterms:created>
  <dcterms:modified xsi:type="dcterms:W3CDTF">2026-08-25T22:11:53Z</dcterms:modified>
</cp:coreProperties>
</file>