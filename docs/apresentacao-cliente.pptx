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 a proposta como escopo de projeto, nao como produto pronto. Objetivo da reuniao: validar escopo e confirmar dados operacionais.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dor aqui deve ser confirmada com um exemplo real do cliente durante a reuniao.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 o slide de valor. Se o cliente so entender este, a reuniao ja valeu.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Escopo fechado protege prazo. Itens da coluna direita podem ser cotados separadamente no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esta regra o sistema vira uma planilha. Com ela, gera relatorio de custo por veiculo.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Nove funcionalidades contando os tres perfis de acesso citados no rodape.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Reforcar que a velocidade do registro e o que garante que a operacao use o sistema todo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Nao fechar formato tecnico nesta reuniao. Depende do sinal de internet no balcao.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fase 1 e o compromisso atual. As demais dependem de novo aceite.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Prazo depende da entrega da planilha de itens e da disponibilidade para a contagem fisica.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protege o projeto. Deixar registrado em 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pedindo data da visita ainda na reuniao.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4937760" cy="4937760"/>
          </a:xfrm>
          <a:prstGeom prst="ellipse">
            <a:avLst/>
          </a:prstGeom>
          <a:solidFill>
            <a:srgbClr val="6D28D9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291840"/>
            <a:ext cx="3291840" cy="3291840"/>
          </a:xfrm>
          <a:prstGeom prst="ellipse">
            <a:avLst/>
          </a:prstGeom>
          <a:solidFill>
            <a:srgbClr val="D100B8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ESCOPO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Sistema de Controle de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Estoque Operacional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peças, insumos, EPI e material de frota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926080" cy="0"/>
          </a:xfrm>
          <a:prstGeom prst="line">
            <a:avLst/>
          </a:prstGeom>
          <a:noFill/>
          <a:ln w="25400">
            <a:solidFill>
              <a:srgbClr val="D100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74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Castro Compny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440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products. Built with purpose.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problema hoje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quando o material de operação não tem controle formal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21992"/>
            <a:ext cx="384048" cy="384048"/>
          </a:xfrm>
          <a:prstGeom prst="ellipse">
            <a:avLst/>
          </a:prstGeom>
          <a:solidFill>
            <a:srgbClr val="D100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21854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Veículo parado por falta de peça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falta só é descoberta na hora da manutenção, com o caminhão já na oficina.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221992"/>
            <a:ext cx="384048" cy="384048"/>
          </a:xfrm>
          <a:prstGeom prst="ellipse">
            <a:avLst/>
          </a:prstGeom>
          <a:solidFill>
            <a:srgbClr val="EC3B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78040" y="21854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Compra emergencial cara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788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previsão de reposição, a compra é feita com urgência e sem negociação.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370832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43342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Consumo sem responsável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9377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sabe quem retirou, para qual veículo ou para qual setor foi o material.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40233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4370832"/>
            <a:ext cx="384048" cy="384048"/>
          </a:xfrm>
          <a:prstGeom prst="ellipse">
            <a:avLst/>
          </a:prstGeom>
          <a:solidFill>
            <a:srgbClr val="00D9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78040" y="43342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EPI sem rastreabilidade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49377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sem ficha nominal, sem controle de CA e sem data de validade.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o sistema entrega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resultados mensuráveis, não apenas uma lista de itens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377440"/>
            <a:ext cx="502920" cy="502920"/>
          </a:xfrm>
          <a:prstGeom prst="ellipse">
            <a:avLst/>
          </a:prstGeom>
          <a:solidFill>
            <a:srgbClr val="D10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31272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 por veículo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560" y="397764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quanto cada placa consome em peça e manutenção por mês.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70832" y="1965960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82312" y="237744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31272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Reposição antecipada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782312" y="397764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automático de compra antes do item acabar, com base no consumo real.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01584" y="1965960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13064" y="2377440"/>
            <a:ext cx="502920" cy="502920"/>
          </a:xfrm>
          <a:prstGeom prst="ellipse">
            <a:avLst/>
          </a:prstGeom>
          <a:solidFill>
            <a:srgbClr val="00D9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13064" y="31272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Rastro completo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513064" y="397764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retirou, quando, quanto e para onde foi. Histórico que não pode ser apagado.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C3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não é um inventário. É uma ferramenta de decisão de compra e de custo.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Escopo do projeto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incluído e o que fica fora desta entrega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3703320"/>
          </a:xfrm>
          <a:prstGeom prst="roundRect">
            <a:avLst>
              <a:gd name="adj" fmla="val 2222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0" y="1920240"/>
            <a:ext cx="5166360" cy="3703320"/>
          </a:xfrm>
          <a:prstGeom prst="roundRect">
            <a:avLst>
              <a:gd name="adj" fmla="val 2222"/>
            </a:avLst>
          </a:prstGeom>
          <a:solidFill>
            <a:srgbClr val="17181F"/>
          </a:solidFill>
          <a:ln w="12700">
            <a:solidFill>
              <a:srgbClr val="1718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INCLUÍDO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 e componentes de frota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Lubrificantes e fluidos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 com ficha nominal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de operação e embalagem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com empréstimo e devolução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escritório e limpeza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20840" y="2240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DESTA ENTREGA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20840" y="269748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Mercadoria de clientes (armazenagem)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em trânsito e expedição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Endereçamento de armazém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fiscal e financeiro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 e RH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Roteirização e rastreamento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solidFill>
            <a:srgbClr val="6D28D9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QUE DEFINE O SISTEMA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80160" y="192024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 saída de material tem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um destino obrigatório.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280160" y="36576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Veículo, setor ou funcionário. Nenhum item sai do estoque sem responsável identificado.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4572000"/>
            <a:ext cx="2011680" cy="502920"/>
          </a:xfrm>
          <a:prstGeom prst="roundRect">
            <a:avLst>
              <a:gd name="adj" fmla="val 45455"/>
            </a:avLst>
          </a:prstGeom>
          <a:solidFill>
            <a:srgbClr val="101116"/>
          </a:solidFill>
          <a:ln w="15875">
            <a:solidFill>
              <a:srgbClr val="D100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4572000"/>
            <a:ext cx="2011680" cy="502920"/>
          </a:xfrm>
          <a:prstGeom prst="roundRect">
            <a:avLst>
              <a:gd name="adj" fmla="val 45455"/>
            </a:avLst>
          </a:prstGeom>
          <a:solidFill>
            <a:srgbClr val="101116"/>
          </a:solidFill>
          <a:ln w="15875">
            <a:solidFill>
              <a:srgbClr val="EC3BD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0" y="4572000"/>
            <a:ext cx="2011680" cy="502920"/>
          </a:xfrm>
          <a:prstGeom prst="roundRect">
            <a:avLst>
              <a:gd name="adj" fmla="val 45455"/>
            </a:avLst>
          </a:prstGeom>
          <a:solidFill>
            <a:srgbClr val="101116"/>
          </a:solidFill>
          <a:ln w="15875"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Módulos da primeira entrega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módulos que colocam a operação em funcionamento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56432" cy="1691640"/>
          </a:xfrm>
          <a:prstGeom prst="roundRect">
            <a:avLst>
              <a:gd name="adj" fmla="val 4865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2249424"/>
            <a:ext cx="274320" cy="274320"/>
          </a:xfrm>
          <a:prstGeom prst="ellipse">
            <a:avLst/>
          </a:prstGeom>
          <a:solidFill>
            <a:srgbClr val="D10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9888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Cadastro de itens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" y="276148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SKU, categoria, unidade, custo e ponto de reposição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920240"/>
            <a:ext cx="3456432" cy="1691640"/>
          </a:xfrm>
          <a:prstGeom prst="roundRect">
            <a:avLst>
              <a:gd name="adj" fmla="val 4865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18304" y="2249424"/>
            <a:ext cx="274320" cy="274320"/>
          </a:xfrm>
          <a:prstGeom prst="ellipse">
            <a:avLst/>
          </a:prstGeom>
          <a:solidFill>
            <a:srgbClr val="EC3B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Entrada de material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18304" y="276148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fiscal, fornecedor, quantidade e custo unitário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1584" y="1920240"/>
            <a:ext cx="3456432" cy="1691640"/>
          </a:xfrm>
          <a:prstGeom prst="roundRect">
            <a:avLst>
              <a:gd name="adj" fmla="val 4865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49056" y="2249424"/>
            <a:ext cx="274320" cy="2743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51392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Saída de material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49056" y="276148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Item, quantidade e destino de custo obrigatório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3456432" cy="1691640"/>
          </a:xfrm>
          <a:prstGeom prst="roundRect">
            <a:avLst>
              <a:gd name="adj" fmla="val 4865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" y="4215384"/>
            <a:ext cx="274320" cy="274320"/>
          </a:xfrm>
          <a:prstGeom prst="ellipse">
            <a:avLst/>
          </a:prstGeom>
          <a:solidFill>
            <a:srgbClr val="00D9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89888" y="4160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Saldo em tempo real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7552" y="472744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por item, por depósito e por categoria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70832" y="3886200"/>
            <a:ext cx="3456432" cy="1691640"/>
          </a:xfrm>
          <a:prstGeom prst="roundRect">
            <a:avLst>
              <a:gd name="adj" fmla="val 4865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18304" y="4215384"/>
            <a:ext cx="274320" cy="274320"/>
          </a:xfrm>
          <a:prstGeom prst="ellipse">
            <a:avLst/>
          </a:prstGeom>
          <a:solidFill>
            <a:srgbClr val="D10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4160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Alertas de compra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18304" y="472744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automática de itens abaixo do ponto de reposição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01584" y="3886200"/>
            <a:ext cx="3456432" cy="1691640"/>
          </a:xfrm>
          <a:prstGeom prst="roundRect">
            <a:avLst>
              <a:gd name="adj" fmla="val 4865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056" y="4215384"/>
            <a:ext cx="274320" cy="274320"/>
          </a:xfrm>
          <a:prstGeom prst="ellipse">
            <a:avLst/>
          </a:prstGeom>
          <a:solidFill>
            <a:srgbClr val="EC3B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51392" y="4160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Histórico e relatórios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49056" y="472744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por item, veículo, setor e período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 por perfil: administrador, almoxarife e consulta.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Como funciona na prática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recebimento da compra até o relatório de custo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468880"/>
            <a:ext cx="420624" cy="420624"/>
          </a:xfrm>
          <a:prstGeom prst="ellipse">
            <a:avLst/>
          </a:prstGeom>
          <a:solidFill>
            <a:srgbClr val="D100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Entrada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5661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 a compra. O almoxarife registra nota, fornecedor, quantidade e custo.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73552" y="32004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493008" y="214884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13048" y="2468880"/>
            <a:ext cx="420624" cy="420624"/>
          </a:xfrm>
          <a:prstGeom prst="ellipse">
            <a:avLst/>
          </a:prstGeom>
          <a:solidFill>
            <a:srgbClr val="EC3B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13048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Estoque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13048" y="35661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saldo é atualizado automaticamente. Nada é digitado à mão.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26480" y="32004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345936" y="214884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65976" y="2468880"/>
            <a:ext cx="420624" cy="420624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65976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Saída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65976" y="35661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material sai vinculado a um veículo, setor ou funcionário.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979408" y="32004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198864" y="214884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18904" y="2468880"/>
            <a:ext cx="420624" cy="420624"/>
          </a:xfrm>
          <a:prstGeom prst="ellipse">
            <a:avLst/>
          </a:prstGeom>
          <a:solidFill>
            <a:srgbClr val="00D9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18904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Relatório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18904" y="35661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gestor vê o custo por veículo e a lista do que precisa comprar.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C3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operação: uma saída registrada em menos de 20 segundos.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Quem usa e como usa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perfis com necessidades diferentes no mesmo sistema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331720"/>
            <a:ext cx="457200" cy="457200"/>
          </a:xfrm>
          <a:prstGeom prst="ellipse">
            <a:avLst/>
          </a:prstGeom>
          <a:solidFill>
            <a:srgbClr val="D10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Almoxarife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3401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3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balcão, pelo celular ou tablet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840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rápida do item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entrada e saída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saldo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simples, botões grandes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965960"/>
            <a:ext cx="5166360" cy="3200400"/>
          </a:xfrm>
          <a:prstGeom prst="roundRect">
            <a:avLst>
              <a:gd name="adj" fmla="val 2571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0840" y="2331720"/>
            <a:ext cx="457200" cy="457200"/>
          </a:xfrm>
          <a:prstGeom prst="ellipse">
            <a:avLst/>
          </a:prstGeom>
          <a:solidFill>
            <a:srgbClr val="00D9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Gestor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720840" y="3401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sala, pelo computador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0840" y="38404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custo por veículo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compras do mês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 e permissões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dos dados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formato final de acesso (aplicativo instalável ou sistema pelo navegador) será definido na etapa técnica, após a visita ao almoxarifado.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Evolução do sistema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entrega coloca no ar. As fases seguintes ampliam o alcance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56432" cy="3520440"/>
          </a:xfrm>
          <a:prstGeom prst="roundRect">
            <a:avLst>
              <a:gd name="adj" fmla="val 2381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2240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10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4128" y="25786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Operação no ar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24128" y="32004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 e saldo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 saída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compra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básicos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0832" y="1920240"/>
            <a:ext cx="3456432" cy="3520440"/>
          </a:xfrm>
          <a:prstGeom prst="roundRect">
            <a:avLst>
              <a:gd name="adj" fmla="val 2381"/>
            </a:avLst>
          </a:prstGeom>
          <a:solidFill>
            <a:srgbClr val="17181F"/>
          </a:solidFill>
          <a:ln w="12700">
            <a:solidFill>
              <a:srgbClr val="1718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240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25786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Controle fino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32004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Inventário periódico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EPI assinada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entre depósitos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 com aprovação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1584" y="1920240"/>
            <a:ext cx="3456432" cy="3520440"/>
          </a:xfrm>
          <a:prstGeom prst="roundRect">
            <a:avLst>
              <a:gd name="adj" fmla="val 2381"/>
            </a:avLst>
          </a:prstGeom>
          <a:solidFill>
            <a:srgbClr val="17181F"/>
          </a:solidFill>
          <a:ln w="12700">
            <a:solidFill>
              <a:srgbClr val="1718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2240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85632" y="25786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Integração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85632" y="32004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pneus por série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serviço de manutenção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código de barras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de nota fiscal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2 e 3 são orçadas separadamente, após o sistema estar em uso real.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Cronograma estimado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semanas até o sistema em uso, contadas a partir do aceite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512064"/>
          </a:xfrm>
          <a:prstGeom prst="roundRect">
            <a:avLst>
              <a:gd name="adj" fmla="val 16071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38528"/>
            <a:ext cx="384048" cy="384048"/>
          </a:xfrm>
          <a:prstGeom prst="ellipse">
            <a:avLst/>
          </a:prstGeom>
          <a:solidFill>
            <a:srgbClr val="D100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63040" y="1874520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técnica e levantamento de dados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96312"/>
            <a:ext cx="10881360" cy="512064"/>
          </a:xfrm>
          <a:prstGeom prst="roundRect">
            <a:avLst>
              <a:gd name="adj" fmla="val 16071"/>
            </a:avLst>
          </a:prstGeom>
          <a:solidFill>
            <a:srgbClr val="17181F"/>
          </a:solidFill>
          <a:ln w="12700">
            <a:solidFill>
              <a:srgbClr val="1718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60320"/>
            <a:ext cx="384048" cy="384048"/>
          </a:xfrm>
          <a:prstGeom prst="ellipse">
            <a:avLst/>
          </a:prstGeom>
          <a:solidFill>
            <a:srgbClr val="EC3B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2496312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banco e regras de controle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18104"/>
            <a:ext cx="10881360" cy="512064"/>
          </a:xfrm>
          <a:prstGeom prst="roundRect">
            <a:avLst>
              <a:gd name="adj" fmla="val 16071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82112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3118104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 e controle de acesso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39896"/>
            <a:ext cx="10881360" cy="512064"/>
          </a:xfrm>
          <a:prstGeom prst="roundRect">
            <a:avLst>
              <a:gd name="adj" fmla="val 16071"/>
            </a:avLst>
          </a:prstGeom>
          <a:solidFill>
            <a:srgbClr val="17181F"/>
          </a:solidFill>
          <a:ln w="12700">
            <a:solidFill>
              <a:srgbClr val="1718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03904"/>
            <a:ext cx="384048" cy="384048"/>
          </a:xfrm>
          <a:prstGeom prst="ellipse">
            <a:avLst/>
          </a:prstGeom>
          <a:solidFill>
            <a:srgbClr val="00D9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3739896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 saída em funcionamento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361688"/>
            <a:ext cx="10881360" cy="512064"/>
          </a:xfrm>
          <a:prstGeom prst="roundRect">
            <a:avLst>
              <a:gd name="adj" fmla="val 16071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425696"/>
            <a:ext cx="384048" cy="384048"/>
          </a:xfrm>
          <a:prstGeom prst="ellipse">
            <a:avLst/>
          </a:prstGeom>
          <a:solidFill>
            <a:srgbClr val="D100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4361688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Painel, alertas e histórico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881360" cy="512064"/>
          </a:xfrm>
          <a:prstGeom prst="roundRect">
            <a:avLst>
              <a:gd name="adj" fmla="val 16071"/>
            </a:avLst>
          </a:prstGeom>
          <a:solidFill>
            <a:srgbClr val="17181F"/>
          </a:solidFill>
          <a:ln w="12700">
            <a:solidFill>
              <a:srgbClr val="1718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047488"/>
            <a:ext cx="384048" cy="384048"/>
          </a:xfrm>
          <a:prstGeom prst="ellipse">
            <a:avLst/>
          </a:prstGeom>
          <a:solidFill>
            <a:srgbClr val="EC3B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4983480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 contagem física do estoque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605272"/>
            <a:ext cx="10881360" cy="512064"/>
          </a:xfrm>
          <a:prstGeom prst="roundRect">
            <a:avLst>
              <a:gd name="adj" fmla="val 16071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669280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63040" y="5605272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e início de uso acompanhado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precisamos de vocês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itens que definem o prazo do projeto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368296"/>
            <a:ext cx="384048" cy="384048"/>
          </a:xfrm>
          <a:prstGeom prst="ellipse">
            <a:avLst/>
          </a:prstGeom>
          <a:solidFill>
            <a:srgbClr val="D100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36192" y="22128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Lista de itens atual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36192" y="2615184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Planilha, caderno ou qualquer registro do que existe hoje. Mesmo desorganizado.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648456"/>
            <a:ext cx="384048" cy="384048"/>
          </a:xfrm>
          <a:prstGeom prst="ellipse">
            <a:avLst/>
          </a:prstGeom>
          <a:solidFill>
            <a:srgbClr val="EC3B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36192" y="34930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Contagem física do estoque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36192" y="3895344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contagem completa antes do início do uso. Sem isso o saldo nasce errado.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101116"/>
          </a:solidFill>
          <a:ln w="12700">
            <a:solidFill>
              <a:srgbClr val="1011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928616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36192" y="47731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Um responsável indicado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36192" y="5175504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pessoa da equipe como ponto de contato para dúvidas e validação.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principal: se a contagem inicial estiver errada, a equipe perde a confiança no sistema na primeira semana.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103120"/>
            <a:ext cx="5120640" cy="5120640"/>
          </a:xfrm>
          <a:prstGeom prst="ellipse">
            <a:avLst/>
          </a:prstGeom>
          <a:solidFill>
            <a:srgbClr val="D100B8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Visita técnica ao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almoxarifado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visita de aproximadamente duas horas para observar a operação, medir o volume de movimentação e validar este escopo. A partir dela, o prazo e o investimento são fechados.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5212080"/>
            <a:ext cx="2926080" cy="0"/>
          </a:xfrm>
          <a:prstGeom prst="line">
            <a:avLst/>
          </a:prstGeom>
          <a:noFill/>
          <a:ln w="25400">
            <a:solidFill>
              <a:srgbClr val="D100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394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Castro Compny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742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contato@castrocompny.online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2026-08-22T00:34:37Z</dcterms:created>
  <dcterms:modified xsi:type="dcterms:W3CDTF">2026-08-22T00:34:37Z</dcterms:modified>
</cp:coreProperties>
</file>